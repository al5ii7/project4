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  <p:sldId id="273" r:id="rId17"/>
    <p:sldId id="272" r:id="rId18"/>
    <p:sldId id="260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ronhack-labs/project-nlp-business-case-automated-customers-reviews-v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5716-29E4-ED90-1C0C-A9729FBA4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0308" y="1471750"/>
            <a:ext cx="8878531" cy="291398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 dirty="0">
                <a:solidFill>
                  <a:schemeClr val="accent1"/>
                </a:solidFill>
                <a:effectLst/>
                <a:latin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NLP Business Case: Automated Customers Reviews</a:t>
            </a:r>
            <a:br>
              <a:rPr lang="en-US" b="0" i="0" dirty="0">
                <a:solidFill>
                  <a:srgbClr val="000000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5F6DB-D7EC-636F-5893-073FB8D48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7137" y="4385733"/>
            <a:ext cx="7197726" cy="769742"/>
          </a:xfrm>
        </p:spPr>
        <p:txBody>
          <a:bodyPr/>
          <a:lstStyle/>
          <a:p>
            <a:pPr algn="ctr"/>
            <a:r>
              <a:rPr lang="en-US" dirty="0"/>
              <a:t>Aryam </a:t>
            </a:r>
            <a:r>
              <a:rPr lang="en-US" dirty="0" err="1"/>
              <a:t>alanazi</a:t>
            </a:r>
            <a:endParaRPr lang="en-US" dirty="0"/>
          </a:p>
          <a:p>
            <a:pPr algn="ctr"/>
            <a:r>
              <a:rPr lang="en-US" dirty="0"/>
              <a:t>Raghad </a:t>
            </a:r>
            <a:r>
              <a:rPr lang="en-US" i="0" dirty="0" err="1">
                <a:solidFill>
                  <a:srgbClr val="FFFFFF"/>
                </a:solidFill>
                <a:effectLst/>
                <a:latin typeface="Slack-Lato"/>
              </a:rPr>
              <a:t>Alkhudair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76452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7792E-AC6B-A224-D092-D918B7ED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>
                <a:solidFill>
                  <a:schemeClr val="accent1"/>
                </a:solidFill>
                <a:effectLst/>
                <a:latin typeface="-apple-system"/>
              </a:rPr>
              <a:t>Project Goal</a:t>
            </a:r>
            <a:endParaRPr lang="ar-SA" sz="40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F641F-5995-81B4-CC44-F53B6E792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600" b="0" i="0" dirty="0">
                <a:solidFill>
                  <a:schemeClr val="tx2"/>
                </a:solidFill>
                <a:effectLst/>
                <a:latin typeface="-apple-system"/>
              </a:rPr>
              <a:t>This project aims to develop a product review system powered by NLP models that aggregate customer feedback from different sources.</a:t>
            </a: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0633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2649-BB78-F6F1-EF5B-29463618F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b="1" i="0" dirty="0">
                <a:solidFill>
                  <a:schemeClr val="accent1"/>
                </a:solidFill>
                <a:effectLst/>
                <a:latin typeface="-apple-system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6732-C19D-099D-AC9C-35408DB80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The presence of thousands of reviews across different platforms makes it difficult to analyze manually.</a:t>
            </a:r>
          </a:p>
          <a:p>
            <a:pPr marL="0" indent="0" algn="l">
              <a:buNone/>
            </a:pPr>
            <a:endParaRPr lang="en-US" sz="28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Traditional review analysis consumes time and human resources.</a:t>
            </a:r>
            <a:endParaRPr lang="ar-SA" sz="28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endParaRPr lang="en-US" sz="28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The need for a central and clear view of customer feedback.</a:t>
            </a:r>
            <a:endParaRPr lang="ar-SA" sz="28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876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29467-152C-A991-B877-34B85AB79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>
                <a:solidFill>
                  <a:schemeClr val="accent1"/>
                </a:solidFill>
                <a:effectLst/>
                <a:latin typeface="-apple-system"/>
              </a:rPr>
              <a:t>The key tasks</a:t>
            </a:r>
            <a:endParaRPr lang="ar-SA" sz="40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D553-6C45-6ACC-4CAD-096FFE5AC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3200" dirty="0">
                <a:solidFill>
                  <a:schemeClr val="tx2"/>
                </a:solidFill>
                <a:latin typeface="-apple-system"/>
              </a:rPr>
              <a:t>C</a:t>
            </a:r>
            <a:r>
              <a:rPr lang="en-US" sz="3200" b="0" i="0" dirty="0">
                <a:solidFill>
                  <a:schemeClr val="tx2"/>
                </a:solidFill>
                <a:effectLst/>
                <a:latin typeface="-apple-system"/>
              </a:rPr>
              <a:t>lassifying reviews</a:t>
            </a:r>
            <a:endParaRPr lang="ar-SA" sz="3200" b="0" i="0" dirty="0">
              <a:solidFill>
                <a:schemeClr val="tx2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endParaRPr lang="en-US" sz="3200" b="0" i="0" dirty="0">
              <a:solidFill>
                <a:schemeClr val="tx2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sz="3200" dirty="0">
                <a:solidFill>
                  <a:schemeClr val="tx2"/>
                </a:solidFill>
                <a:latin typeface="-apple-system"/>
              </a:rPr>
              <a:t>C</a:t>
            </a:r>
            <a:r>
              <a:rPr lang="en-US" sz="3200" b="0" i="0" dirty="0">
                <a:solidFill>
                  <a:schemeClr val="tx2"/>
                </a:solidFill>
                <a:effectLst/>
                <a:latin typeface="-apple-system"/>
              </a:rPr>
              <a:t>lustering product categories</a:t>
            </a:r>
            <a:endParaRPr lang="ar-SA" sz="3200" b="0" i="0" dirty="0">
              <a:solidFill>
                <a:schemeClr val="tx2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endParaRPr lang="en-US" sz="3200" dirty="0">
              <a:solidFill>
                <a:schemeClr val="tx2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sz="3200" i="0" dirty="0">
                <a:solidFill>
                  <a:schemeClr val="tx2"/>
                </a:solidFill>
                <a:effectLst/>
                <a:latin typeface="-apple-system"/>
              </a:rPr>
              <a:t>Review Summarization Using Generative AI</a:t>
            </a:r>
          </a:p>
          <a:p>
            <a:pPr marL="0" indent="0" algn="l"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80112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CF3D-6A8E-3B53-B0F1-FB40D337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-apple-system"/>
              </a:rPr>
              <a:t>Project Workflow:</a:t>
            </a:r>
            <a:endParaRPr lang="ar-SA" sz="4000" b="1" dirty="0">
              <a:solidFill>
                <a:schemeClr val="accent1"/>
              </a:solidFill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C3469-F705-E2C9-BEF8-D3D00488A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Datasets :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Amazon reviews datasets  </a:t>
            </a:r>
          </a:p>
          <a:p>
            <a:pPr marL="0" indent="0" algn="l">
              <a:buNone/>
            </a:pPr>
            <a:endParaRPr lang="en-US" sz="3600" dirty="0">
              <a:solidFill>
                <a:schemeClr val="tx2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Steps of Exploratory data analysis (EDA) :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1- Download the data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2-Preprocesses it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3-Training and testing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4-Evaluation</a:t>
            </a:r>
          </a:p>
        </p:txBody>
      </p:sp>
    </p:spTree>
    <p:extLst>
      <p:ext uri="{BB962C8B-B14F-4D97-AF65-F5344CB8AC3E}">
        <p14:creationId xmlns:p14="http://schemas.microsoft.com/office/powerpoint/2010/main" val="4253798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6099-FFA9-0433-0F90-8CCAB713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sz="4000" b="1" i="0" dirty="0">
                <a:solidFill>
                  <a:schemeClr val="accent1"/>
                </a:solidFill>
                <a:effectLst/>
                <a:latin typeface="-apple-system"/>
              </a:rPr>
              <a:t>Review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2A421-8693-4369-1DAB-B929C6EE7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Dividing star ratings from (1 to 5) into sentiment categories: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1-2: Negative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3: Neutral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4-5: Positive</a:t>
            </a:r>
            <a:endParaRPr lang="ar-SA" sz="3600" dirty="0">
              <a:solidFill>
                <a:schemeClr val="tx2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ar-SA" sz="3600" dirty="0">
                <a:solidFill>
                  <a:schemeClr val="tx2"/>
                </a:solidFill>
                <a:latin typeface="-apple-system"/>
              </a:rPr>
              <a:t>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Using the model:</a:t>
            </a:r>
          </a:p>
          <a:p>
            <a:pPr marL="0" indent="0" algn="l">
              <a:buNone/>
            </a:pPr>
            <a:r>
              <a:rPr lang="en-US" sz="3600" b="0" i="0" dirty="0">
                <a:solidFill>
                  <a:schemeClr val="tx2"/>
                </a:solidFill>
                <a:effectLst/>
                <a:latin typeface="Slack-Lato"/>
              </a:rPr>
              <a:t>"</a:t>
            </a:r>
            <a:r>
              <a:rPr lang="en-US" sz="3600" b="0" i="0" dirty="0" err="1">
                <a:solidFill>
                  <a:schemeClr val="tx2"/>
                </a:solidFill>
                <a:effectLst/>
                <a:latin typeface="Slack-Lato"/>
              </a:rPr>
              <a:t>bert</a:t>
            </a:r>
            <a:r>
              <a:rPr lang="en-US" sz="3600" b="0" i="0" dirty="0">
                <a:solidFill>
                  <a:schemeClr val="tx2"/>
                </a:solidFill>
                <a:effectLst/>
                <a:latin typeface="Slack-Lato"/>
              </a:rPr>
              <a:t>-base-uncased"</a:t>
            </a:r>
            <a:endParaRPr lang="ar-SA" sz="3600" dirty="0">
              <a:solidFill>
                <a:schemeClr val="tx2"/>
              </a:solidFill>
              <a:latin typeface="-apple-system"/>
            </a:endParaRPr>
          </a:p>
          <a:p>
            <a:pPr marL="0" indent="0" algn="l"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94080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7FCA-5C59-1A12-9914-38B32F4B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b="1" i="0" dirty="0">
                <a:solidFill>
                  <a:schemeClr val="accent1"/>
                </a:solidFill>
                <a:effectLst/>
                <a:latin typeface="-apple-system"/>
              </a:rPr>
              <a:t>Model Evaluation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CDC726-E2D0-52E0-ADD2-68E7D741D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204" y="265541"/>
            <a:ext cx="5195161" cy="6326917"/>
          </a:xfrm>
        </p:spPr>
      </p:pic>
    </p:spTree>
    <p:extLst>
      <p:ext uri="{BB962C8B-B14F-4D97-AF65-F5344CB8AC3E}">
        <p14:creationId xmlns:p14="http://schemas.microsoft.com/office/powerpoint/2010/main" val="384395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F79C-3AF0-8612-11EC-4AE738B2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br>
              <a:rPr lang="en-US" sz="3600" b="0" i="0" dirty="0">
                <a:solidFill>
                  <a:schemeClr val="accent1"/>
                </a:solidFill>
                <a:effectLst/>
                <a:latin typeface="-apple-system"/>
              </a:rPr>
            </a:br>
            <a:r>
              <a:rPr lang="en-US" sz="4400" b="1" dirty="0">
                <a:solidFill>
                  <a:schemeClr val="accent1"/>
                </a:solidFill>
                <a:latin typeface="-apple-system"/>
              </a:rPr>
              <a:t>C</a:t>
            </a:r>
            <a:r>
              <a:rPr lang="en-US" sz="4400" b="1" i="0" dirty="0">
                <a:solidFill>
                  <a:schemeClr val="accent1"/>
                </a:solidFill>
                <a:effectLst/>
                <a:latin typeface="-apple-system"/>
              </a:rPr>
              <a:t>lustering product categories</a:t>
            </a:r>
            <a:br>
              <a:rPr lang="ar-SA" sz="3600" b="0" i="0" dirty="0">
                <a:solidFill>
                  <a:srgbClr val="1F2328"/>
                </a:solidFill>
                <a:effectLst/>
                <a:latin typeface="-apple-system"/>
              </a:rPr>
            </a:br>
            <a:endParaRPr lang="ar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122F0-3A0E-842B-97C3-A92E78B0C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85554"/>
            <a:ext cx="10131425" cy="419753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dirty="0">
                <a:latin typeface="-apple-system"/>
              </a:rPr>
              <a:t>Classify product categories:</a:t>
            </a:r>
          </a:p>
          <a:p>
            <a:pPr marL="0" indent="0" algn="l">
              <a:buNone/>
            </a:pPr>
            <a:r>
              <a:rPr lang="en-US" sz="2000" dirty="0">
                <a:latin typeface="-apple-system"/>
              </a:rPr>
              <a:t>into 4-6 main categories.</a:t>
            </a:r>
            <a:endParaRPr lang="ar-SA" sz="2000" dirty="0">
              <a:latin typeface="-apple-system"/>
            </a:endParaRPr>
          </a:p>
          <a:p>
            <a:pPr marL="0" indent="0" algn="l">
              <a:buNone/>
            </a:pPr>
            <a:endParaRPr lang="ar-SA" sz="2000" dirty="0">
              <a:latin typeface="-apple-system"/>
            </a:endParaRPr>
          </a:p>
          <a:p>
            <a:pPr marL="0" indent="0" algn="l">
              <a:buNone/>
            </a:pPr>
            <a:r>
              <a:rPr lang="en-US" sz="2000" dirty="0">
                <a:latin typeface="-apple-system"/>
              </a:rPr>
              <a:t>Creating a clustering model:</a:t>
            </a:r>
          </a:p>
          <a:p>
            <a:pPr marL="0" indent="0" algn="l">
              <a:buNone/>
            </a:pPr>
            <a:r>
              <a:rPr lang="en-US" sz="2000" dirty="0">
                <a:latin typeface="-apple-system"/>
              </a:rPr>
              <a:t>K-Means</a:t>
            </a:r>
            <a:endParaRPr lang="ar-SA" sz="2000" dirty="0">
              <a:latin typeface="-apple-system"/>
            </a:endParaRPr>
          </a:p>
          <a:p>
            <a:pPr marL="0" indent="0" algn="l">
              <a:buNone/>
            </a:pPr>
            <a:r>
              <a:rPr lang="en-US" sz="2000" b="0" dirty="0">
                <a:effectLst/>
                <a:latin typeface="-apple-system"/>
              </a:rPr>
              <a:t>Transformer('all-MiniLM-L6-v2')</a:t>
            </a:r>
          </a:p>
          <a:p>
            <a:pPr marL="0" indent="0" algn="l">
              <a:buNone/>
            </a:pPr>
            <a:endParaRPr lang="ar-SA" sz="2000" dirty="0">
              <a:latin typeface="-apple-system"/>
            </a:endParaRPr>
          </a:p>
          <a:p>
            <a:pPr marL="0" indent="0" algn="l">
              <a:buNone/>
            </a:pPr>
            <a:r>
              <a:rPr lang="en-US" sz="2000" dirty="0">
                <a:latin typeface="-apple-system"/>
              </a:rPr>
              <a:t>Identifying factors affecting categories:</a:t>
            </a:r>
          </a:p>
          <a:p>
            <a:pPr marL="0" indent="0" algn="l">
              <a:buNone/>
            </a:pPr>
            <a:r>
              <a:rPr lang="en-US" sz="2000" dirty="0">
                <a:latin typeface="-apple-system"/>
              </a:rPr>
              <a:t>Categories</a:t>
            </a:r>
            <a:endParaRPr lang="ar-SA" sz="2000" dirty="0">
              <a:latin typeface="-apple-system"/>
            </a:endParaRPr>
          </a:p>
          <a:p>
            <a:pPr marL="0" indent="0" algn="l">
              <a:buNone/>
            </a:pPr>
            <a:r>
              <a:rPr lang="en-US" sz="2000" dirty="0">
                <a:latin typeface="-apple-system"/>
              </a:rPr>
              <a:t>Review text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D7C54-FD6E-A27D-F44A-141318EA0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578" y="1776548"/>
            <a:ext cx="6764034" cy="440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7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0F24-9120-9F18-CDEA-AEBB2D00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/>
                </a:solidFill>
                <a:latin typeface="-apple-system"/>
              </a:rPr>
              <a:t>Suggested categories based on analysis</a:t>
            </a:r>
            <a:endParaRPr lang="ar-SA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E9BB9-2691-C241-1836-9DB737BA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Electronics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Household Supplies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Accessories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School supplies</a:t>
            </a:r>
            <a:endParaRPr lang="ar-SA" sz="3600" dirty="0">
              <a:solidFill>
                <a:schemeClr val="tx2"/>
              </a:solidFill>
              <a:latin typeface="-apple-system"/>
            </a:endParaRPr>
          </a:p>
          <a:p>
            <a:pPr marL="0" indent="0" algn="l"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18916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4EB2-289F-04F5-5B83-65B33460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-apple-system"/>
              </a:rPr>
              <a:t>Top words in electronics</a:t>
            </a:r>
            <a:endParaRPr lang="ar-SA" b="1" dirty="0">
              <a:solidFill>
                <a:schemeClr val="accent1"/>
              </a:solidFill>
              <a:latin typeface="-apple-system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0EA758B-7B10-779B-CDD6-1C50B47CB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7992" y="2065867"/>
            <a:ext cx="7127042" cy="4420571"/>
          </a:xfrm>
        </p:spPr>
      </p:pic>
    </p:spTree>
    <p:extLst>
      <p:ext uri="{BB962C8B-B14F-4D97-AF65-F5344CB8AC3E}">
        <p14:creationId xmlns:p14="http://schemas.microsoft.com/office/powerpoint/2010/main" val="2987276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F431-43E1-E273-D112-8CF070FEF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-apple-system"/>
              </a:rPr>
              <a:t>Top words in household supplies </a:t>
            </a:r>
            <a:endParaRPr lang="ar-SA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23C0D5-21AA-1FCC-30D3-9911DCA8C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9209" y="1932532"/>
            <a:ext cx="7196711" cy="4463783"/>
          </a:xfrm>
        </p:spPr>
      </p:pic>
    </p:spTree>
    <p:extLst>
      <p:ext uri="{BB962C8B-B14F-4D97-AF65-F5344CB8AC3E}">
        <p14:creationId xmlns:p14="http://schemas.microsoft.com/office/powerpoint/2010/main" val="2754145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D286-6AE3-E020-8F95-7CAB444C1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-apple-system"/>
              </a:rPr>
              <a:t>Top words in accessories</a:t>
            </a:r>
            <a:endParaRPr lang="ar-SA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42BE93-5E0E-147F-0990-1C891E1EC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146" y="2065868"/>
            <a:ext cx="7255739" cy="4500396"/>
          </a:xfrm>
        </p:spPr>
      </p:pic>
    </p:spTree>
    <p:extLst>
      <p:ext uri="{BB962C8B-B14F-4D97-AF65-F5344CB8AC3E}">
        <p14:creationId xmlns:p14="http://schemas.microsoft.com/office/powerpoint/2010/main" val="47708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73D2-1DC3-0DD5-8376-03CF9B7B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-apple-system"/>
              </a:rPr>
              <a:t>Top words in school supplies</a:t>
            </a:r>
            <a:endParaRPr lang="ar-SA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10BCDD-859A-EA85-D877-4482AFF7C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292" y="2167663"/>
            <a:ext cx="6995415" cy="4338929"/>
          </a:xfrm>
        </p:spPr>
      </p:pic>
    </p:spTree>
    <p:extLst>
      <p:ext uri="{BB962C8B-B14F-4D97-AF65-F5344CB8AC3E}">
        <p14:creationId xmlns:p14="http://schemas.microsoft.com/office/powerpoint/2010/main" val="3217163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DEA0-B0AE-EB38-9A8D-CB961604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-apple-system"/>
              </a:rPr>
              <a:t>Summarization and Deployed</a:t>
            </a:r>
            <a:endParaRPr lang="ar-SA" sz="4000" b="1" dirty="0">
              <a:solidFill>
                <a:schemeClr val="accent1"/>
              </a:solidFill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D261E-D97A-E874-7CA1-309A751AF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  <a:latin typeface="-apple-system"/>
              </a:rPr>
              <a:t>Using the model: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</a:rPr>
              <a:t>BART model for Text Generation Using AI</a:t>
            </a:r>
            <a:endParaRPr lang="ar-SA" sz="36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endParaRPr lang="ar-SA" sz="36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</a:rPr>
              <a:t>The deployed:</a:t>
            </a:r>
            <a:endParaRPr lang="ar-SA" sz="36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</a:rPr>
              <a:t>Website with three interfaces(</a:t>
            </a:r>
            <a:r>
              <a:rPr lang="en-US" sz="3600" dirty="0">
                <a:latin typeface="-apple-system"/>
              </a:rPr>
              <a:t>Classification, Categories and Summarization)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47082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8C37-0429-9BA8-68C6-ECBF72C5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-apple-system"/>
              </a:rPr>
              <a:t>Classification interface</a:t>
            </a:r>
            <a:endParaRPr lang="ar-SA" sz="4000" b="1" dirty="0">
              <a:solidFill>
                <a:schemeClr val="accent1"/>
              </a:solidFill>
              <a:latin typeface="-apple-syste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523ACD-802F-9767-AD57-E9B32B59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10" t="12770" r="5651" b="8268"/>
          <a:stretch/>
        </p:blipFill>
        <p:spPr>
          <a:xfrm>
            <a:off x="2884944" y="1822027"/>
            <a:ext cx="5733137" cy="462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83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6FF6-0937-0E4C-606F-1D537B8D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-apple-system"/>
              </a:rPr>
              <a:t>Categories interface</a:t>
            </a:r>
            <a:endParaRPr lang="ar-SA" sz="4000" b="1" dirty="0">
              <a:solidFill>
                <a:schemeClr val="accent1"/>
              </a:solidFill>
              <a:latin typeface="-apple-system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5ED99E-94E9-7115-9F58-68471D5E5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541" b="19443"/>
          <a:stretch/>
        </p:blipFill>
        <p:spPr>
          <a:xfrm>
            <a:off x="1472857" y="2065867"/>
            <a:ext cx="9246285" cy="4029766"/>
          </a:xfrm>
        </p:spPr>
      </p:pic>
    </p:spTree>
    <p:extLst>
      <p:ext uri="{BB962C8B-B14F-4D97-AF65-F5344CB8AC3E}">
        <p14:creationId xmlns:p14="http://schemas.microsoft.com/office/powerpoint/2010/main" val="1234556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C71D-F8BA-1C34-8069-FFDBCD74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-apple-system"/>
              </a:rPr>
              <a:t>Summarization Interface</a:t>
            </a:r>
            <a:r>
              <a:rPr lang="ar-SA" sz="4000" b="1" dirty="0">
                <a:solidFill>
                  <a:schemeClr val="accent1"/>
                </a:solidFill>
                <a:latin typeface="-apple-system"/>
              </a:rPr>
              <a:t>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F570455-2964-5C30-B6C0-31BD055A6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256" t="13384" r="7705" b="18612"/>
          <a:stretch/>
        </p:blipFill>
        <p:spPr>
          <a:xfrm>
            <a:off x="1900645" y="1959429"/>
            <a:ext cx="8390709" cy="4363782"/>
          </a:xfrm>
        </p:spPr>
      </p:pic>
    </p:spTree>
    <p:extLst>
      <p:ext uri="{BB962C8B-B14F-4D97-AF65-F5344CB8AC3E}">
        <p14:creationId xmlns:p14="http://schemas.microsoft.com/office/powerpoint/2010/main" val="12872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791E-C056-12D3-1B25-CBCE88596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-apple-system"/>
              </a:rPr>
              <a:t>Challenges We Faced</a:t>
            </a:r>
            <a:endParaRPr lang="ar-SA" sz="4000" b="1" dirty="0">
              <a:solidFill>
                <a:schemeClr val="accent1"/>
              </a:solidFill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DBAB3-6795-0197-071D-0B9CAB3BD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</a:rPr>
              <a:t>Data Quality</a:t>
            </a:r>
          </a:p>
          <a:p>
            <a:pPr marL="0" indent="0" algn="l">
              <a:buNone/>
            </a:pPr>
            <a:endParaRPr lang="ar-SA" sz="36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</a:rPr>
              <a:t>Train and test took a long time which resulted in losing more time</a:t>
            </a:r>
            <a:endParaRPr lang="ar-SA" sz="36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endParaRPr lang="en-US" sz="36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r>
              <a:rPr lang="en-US" sz="3600" dirty="0">
                <a:solidFill>
                  <a:schemeClr val="tx2"/>
                </a:solidFill>
              </a:rPr>
              <a:t>Text Generation Using AI</a:t>
            </a:r>
            <a:endParaRPr lang="ar-SA" sz="36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558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F2C6-8FF4-AE4F-4B3E-0BBBD701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261257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8800" cap="none" dirty="0">
                <a:ln>
                  <a:noFill/>
                </a:ln>
                <a:solidFill>
                  <a:schemeClr val="accent1"/>
                </a:solidFill>
                <a:latin typeface="Arial Rounded MT Bold" panose="020F0704030504030204" pitchFamily="34" charset="0"/>
              </a:rPr>
              <a:t>Thank you</a:t>
            </a:r>
            <a:endParaRPr lang="ar-SA" sz="8800" cap="none" dirty="0">
              <a:ln>
                <a:noFill/>
              </a:ln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753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576</TotalTime>
  <Words>268</Words>
  <Application>Microsoft Office PowerPoint</Application>
  <PresentationFormat>Widescreen</PresentationFormat>
  <Paragraphs>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-apple-system</vt:lpstr>
      <vt:lpstr>Arial</vt:lpstr>
      <vt:lpstr>Arial Rounded MT Bold</vt:lpstr>
      <vt:lpstr>Calibri</vt:lpstr>
      <vt:lpstr>Calibri Light</vt:lpstr>
      <vt:lpstr>Inter</vt:lpstr>
      <vt:lpstr>Slack-Lato</vt:lpstr>
      <vt:lpstr>Celestial</vt:lpstr>
      <vt:lpstr> NLP Business Case: Automated Customers Reviews </vt:lpstr>
      <vt:lpstr>Project Goal</vt:lpstr>
      <vt:lpstr>Problem Statement</vt:lpstr>
      <vt:lpstr>The key tasks</vt:lpstr>
      <vt:lpstr>Project Workflow:</vt:lpstr>
      <vt:lpstr>Review Classification</vt:lpstr>
      <vt:lpstr>Model Evaluation</vt:lpstr>
      <vt:lpstr> Clustering product categories </vt:lpstr>
      <vt:lpstr>Suggested categories based on analysis</vt:lpstr>
      <vt:lpstr>Top words in electronics</vt:lpstr>
      <vt:lpstr>Top words in household supplies </vt:lpstr>
      <vt:lpstr>Top words in accessories</vt:lpstr>
      <vt:lpstr>Top words in school supplies</vt:lpstr>
      <vt:lpstr>Summarization and Deployed</vt:lpstr>
      <vt:lpstr>Classification interface</vt:lpstr>
      <vt:lpstr>Categories interface</vt:lpstr>
      <vt:lpstr>Summarization Interface </vt:lpstr>
      <vt:lpstr>Challenges We Faced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Aryam M</dc:creator>
  <cp:lastModifiedBy>Aryam M</cp:lastModifiedBy>
  <cp:revision>5</cp:revision>
  <dcterms:created xsi:type="dcterms:W3CDTF">2025-04-12T20:00:06Z</dcterms:created>
  <dcterms:modified xsi:type="dcterms:W3CDTF">2025-04-13T06:03:47Z</dcterms:modified>
</cp:coreProperties>
</file>